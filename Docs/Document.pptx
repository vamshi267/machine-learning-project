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 Vamshi Goud Amaragoni" userId="ef9220a7746e71e0" providerId="LiveId" clId="{DCA2873D-26EB-49A2-8D8C-2C18C2506985}"/>
    <pc:docChg chg="undo redo custSel addSld modSld sldOrd">
      <pc:chgData name="Raja Vamshi Goud Amaragoni" userId="ef9220a7746e71e0" providerId="LiveId" clId="{DCA2873D-26EB-49A2-8D8C-2C18C2506985}" dt="2025-12-12T04:29:00.627" v="1060" actId="20577"/>
      <pc:docMkLst>
        <pc:docMk/>
      </pc:docMkLst>
      <pc:sldChg chg="addSp delSp modSp new mod">
        <pc:chgData name="Raja Vamshi Goud Amaragoni" userId="ef9220a7746e71e0" providerId="LiveId" clId="{DCA2873D-26EB-49A2-8D8C-2C18C2506985}" dt="2025-12-12T01:07:16.831" v="999" actId="114"/>
        <pc:sldMkLst>
          <pc:docMk/>
          <pc:sldMk cId="797003201" sldId="256"/>
        </pc:sldMkLst>
        <pc:spChg chg="mod">
          <ac:chgData name="Raja Vamshi Goud Amaragoni" userId="ef9220a7746e71e0" providerId="LiveId" clId="{DCA2873D-26EB-49A2-8D8C-2C18C2506985}" dt="2025-12-10T20:55:07.840" v="661" actId="255"/>
          <ac:spMkLst>
            <pc:docMk/>
            <pc:sldMk cId="797003201" sldId="256"/>
            <ac:spMk id="2" creationId="{37DDD9E7-027A-EA2D-D095-7E42E0A47816}"/>
          </ac:spMkLst>
        </pc:spChg>
        <pc:spChg chg="add mod">
          <ac:chgData name="Raja Vamshi Goud Amaragoni" userId="ef9220a7746e71e0" providerId="LiveId" clId="{DCA2873D-26EB-49A2-8D8C-2C18C2506985}" dt="2025-12-12T01:07:16.831" v="999" actId="114"/>
          <ac:spMkLst>
            <pc:docMk/>
            <pc:sldMk cId="797003201" sldId="256"/>
            <ac:spMk id="4" creationId="{93638EA5-A849-ED12-4998-325E3FE2AA1D}"/>
          </ac:spMkLst>
        </pc:spChg>
        <pc:picChg chg="add mod">
          <ac:chgData name="Raja Vamshi Goud Amaragoni" userId="ef9220a7746e71e0" providerId="LiveId" clId="{DCA2873D-26EB-49A2-8D8C-2C18C2506985}" dt="2025-12-12T01:02:24.310" v="998" actId="1076"/>
          <ac:picMkLst>
            <pc:docMk/>
            <pc:sldMk cId="797003201" sldId="256"/>
            <ac:picMk id="5" creationId="{9990D417-B7EA-8A99-96E1-9FAC239B673E}"/>
          </ac:picMkLst>
        </pc:picChg>
        <pc:picChg chg="add del mod">
          <ac:chgData name="Raja Vamshi Goud Amaragoni" userId="ef9220a7746e71e0" providerId="LiveId" clId="{DCA2873D-26EB-49A2-8D8C-2C18C2506985}" dt="2025-12-12T01:02:04.645" v="994" actId="478"/>
          <ac:picMkLst>
            <pc:docMk/>
            <pc:sldMk cId="797003201" sldId="256"/>
            <ac:picMk id="6" creationId="{FC16D8DF-E898-34E4-AFF4-4BD39EE4C9D7}"/>
          </ac:picMkLst>
        </pc:picChg>
      </pc:sldChg>
      <pc:sldChg chg="addSp delSp modSp new mod">
        <pc:chgData name="Raja Vamshi Goud Amaragoni" userId="ef9220a7746e71e0" providerId="LiveId" clId="{DCA2873D-26EB-49A2-8D8C-2C18C2506985}" dt="2025-12-12T04:19:19.623" v="1018" actId="1076"/>
        <pc:sldMkLst>
          <pc:docMk/>
          <pc:sldMk cId="1942994595" sldId="257"/>
        </pc:sldMkLst>
        <pc:spChg chg="mod">
          <ac:chgData name="Raja Vamshi Goud Amaragoni" userId="ef9220a7746e71e0" providerId="LiveId" clId="{DCA2873D-26EB-49A2-8D8C-2C18C2506985}" dt="2025-12-10T20:19:38.749" v="548" actId="20577"/>
          <ac:spMkLst>
            <pc:docMk/>
            <pc:sldMk cId="1942994595" sldId="257"/>
            <ac:spMk id="2" creationId="{72B0199D-BB42-549C-811D-35A5C767305F}"/>
          </ac:spMkLst>
        </pc:spChg>
        <pc:spChg chg="add mod">
          <ac:chgData name="Raja Vamshi Goud Amaragoni" userId="ef9220a7746e71e0" providerId="LiveId" clId="{DCA2873D-26EB-49A2-8D8C-2C18C2506985}" dt="2025-12-12T04:19:12.552" v="1016" actId="1076"/>
          <ac:spMkLst>
            <pc:docMk/>
            <pc:sldMk cId="1942994595" sldId="257"/>
            <ac:spMk id="9" creationId="{79F13420-58BE-8254-9E32-40F9925D532B}"/>
          </ac:spMkLst>
        </pc:spChg>
        <pc:picChg chg="add del mod">
          <ac:chgData name="Raja Vamshi Goud Amaragoni" userId="ef9220a7746e71e0" providerId="LiveId" clId="{DCA2873D-26EB-49A2-8D8C-2C18C2506985}" dt="2025-12-12T04:09:12.911" v="1003" actId="478"/>
          <ac:picMkLst>
            <pc:docMk/>
            <pc:sldMk cId="1942994595" sldId="257"/>
            <ac:picMk id="4" creationId="{C9A8D78C-9034-6C02-8127-738C871C627C}"/>
          </ac:picMkLst>
        </pc:picChg>
        <pc:picChg chg="add del mod">
          <ac:chgData name="Raja Vamshi Goud Amaragoni" userId="ef9220a7746e71e0" providerId="LiveId" clId="{DCA2873D-26EB-49A2-8D8C-2C18C2506985}" dt="2025-12-12T01:09:24.727" v="1000" actId="478"/>
          <ac:picMkLst>
            <pc:docMk/>
            <pc:sldMk cId="1942994595" sldId="257"/>
            <ac:picMk id="6" creationId="{115477C2-CF2B-DBCF-42AC-783D871BECAA}"/>
          </ac:picMkLst>
        </pc:picChg>
        <pc:picChg chg="add del mod">
          <ac:chgData name="Raja Vamshi Goud Amaragoni" userId="ef9220a7746e71e0" providerId="LiveId" clId="{DCA2873D-26EB-49A2-8D8C-2C18C2506985}" dt="2025-12-12T04:18:50.563" v="1009" actId="478"/>
          <ac:picMkLst>
            <pc:docMk/>
            <pc:sldMk cId="1942994595" sldId="257"/>
            <ac:picMk id="7" creationId="{AFE3ED31-11DD-2DE9-2486-9CCBA2C166FD}"/>
          </ac:picMkLst>
        </pc:picChg>
        <pc:picChg chg="add mod">
          <ac:chgData name="Raja Vamshi Goud Amaragoni" userId="ef9220a7746e71e0" providerId="LiveId" clId="{DCA2873D-26EB-49A2-8D8C-2C18C2506985}" dt="2025-12-12T04:19:19.623" v="1018" actId="1076"/>
          <ac:picMkLst>
            <pc:docMk/>
            <pc:sldMk cId="1942994595" sldId="257"/>
            <ac:picMk id="10" creationId="{DD387403-A5D1-9E5D-CC64-711F90D5E2AF}"/>
          </ac:picMkLst>
        </pc:picChg>
      </pc:sldChg>
      <pc:sldChg chg="addSp delSp modSp new mod">
        <pc:chgData name="Raja Vamshi Goud Amaragoni" userId="ef9220a7746e71e0" providerId="LiveId" clId="{DCA2873D-26EB-49A2-8D8C-2C18C2506985}" dt="2025-12-10T20:55:19.037" v="662" actId="255"/>
        <pc:sldMkLst>
          <pc:docMk/>
          <pc:sldMk cId="122308790" sldId="258"/>
        </pc:sldMkLst>
        <pc:spChg chg="mod">
          <ac:chgData name="Raja Vamshi Goud Amaragoni" userId="ef9220a7746e71e0" providerId="LiveId" clId="{DCA2873D-26EB-49A2-8D8C-2C18C2506985}" dt="2025-12-10T20:22:09.301" v="559" actId="20577"/>
          <ac:spMkLst>
            <pc:docMk/>
            <pc:sldMk cId="122308790" sldId="258"/>
            <ac:spMk id="2" creationId="{09A4F94A-FB0D-0CD5-229F-0DDA449BF418}"/>
          </ac:spMkLst>
        </pc:spChg>
        <pc:spChg chg="add del mod">
          <ac:chgData name="Raja Vamshi Goud Amaragoni" userId="ef9220a7746e71e0" providerId="LiveId" clId="{DCA2873D-26EB-49A2-8D8C-2C18C2506985}" dt="2025-12-10T20:55:19.037" v="662" actId="255"/>
          <ac:spMkLst>
            <pc:docMk/>
            <pc:sldMk cId="122308790" sldId="258"/>
            <ac:spMk id="3" creationId="{70370457-A2CE-7C52-4796-536792B7855D}"/>
          </ac:spMkLst>
        </pc:spChg>
        <pc:picChg chg="add mod">
          <ac:chgData name="Raja Vamshi Goud Amaragoni" userId="ef9220a7746e71e0" providerId="LiveId" clId="{DCA2873D-26EB-49A2-8D8C-2C18C2506985}" dt="2025-12-09T01:47:12.821" v="280" actId="1076"/>
          <ac:picMkLst>
            <pc:docMk/>
            <pc:sldMk cId="122308790" sldId="258"/>
            <ac:picMk id="6" creationId="{A34A6E54-1F6A-0F49-9B12-D9BA5B9D0FCD}"/>
          </ac:picMkLst>
        </pc:picChg>
      </pc:sldChg>
      <pc:sldChg chg="addSp delSp modSp new mod">
        <pc:chgData name="Raja Vamshi Goud Amaragoni" userId="ef9220a7746e71e0" providerId="LiveId" clId="{DCA2873D-26EB-49A2-8D8C-2C18C2506985}" dt="2025-12-10T20:56:16.714" v="667" actId="1076"/>
        <pc:sldMkLst>
          <pc:docMk/>
          <pc:sldMk cId="3584145093" sldId="259"/>
        </pc:sldMkLst>
        <pc:spChg chg="mod">
          <ac:chgData name="Raja Vamshi Goud Amaragoni" userId="ef9220a7746e71e0" providerId="LiveId" clId="{DCA2873D-26EB-49A2-8D8C-2C18C2506985}" dt="2025-12-10T20:22:53.395" v="563" actId="1076"/>
          <ac:spMkLst>
            <pc:docMk/>
            <pc:sldMk cId="3584145093" sldId="259"/>
            <ac:spMk id="2" creationId="{22410971-9508-D51A-0F42-74F2FD421769}"/>
          </ac:spMkLst>
        </pc:spChg>
        <pc:graphicFrameChg chg="add mod modGraphic">
          <ac:chgData name="Raja Vamshi Goud Amaragoni" userId="ef9220a7746e71e0" providerId="LiveId" clId="{DCA2873D-26EB-49A2-8D8C-2C18C2506985}" dt="2025-12-10T20:56:16.714" v="667" actId="1076"/>
          <ac:graphicFrameMkLst>
            <pc:docMk/>
            <pc:sldMk cId="3584145093" sldId="259"/>
            <ac:graphicFrameMk id="4" creationId="{6F5F6C29-FDE6-F732-61A8-7054E0AC3D5D}"/>
          </ac:graphicFrameMkLst>
        </pc:graphicFrameChg>
        <pc:picChg chg="add mod">
          <ac:chgData name="Raja Vamshi Goud Amaragoni" userId="ef9220a7746e71e0" providerId="LiveId" clId="{DCA2873D-26EB-49A2-8D8C-2C18C2506985}" dt="2025-12-10T19:34:12.662" v="323" actId="14100"/>
          <ac:picMkLst>
            <pc:docMk/>
            <pc:sldMk cId="3584145093" sldId="259"/>
            <ac:picMk id="1028" creationId="{539BE0AE-97C3-B26B-569F-6F1C80913DA2}"/>
          </ac:picMkLst>
        </pc:picChg>
      </pc:sldChg>
      <pc:sldChg chg="addSp modSp new mod">
        <pc:chgData name="Raja Vamshi Goud Amaragoni" userId="ef9220a7746e71e0" providerId="LiveId" clId="{DCA2873D-26EB-49A2-8D8C-2C18C2506985}" dt="2025-12-10T20:56:33.854" v="668" actId="255"/>
        <pc:sldMkLst>
          <pc:docMk/>
          <pc:sldMk cId="2020423841" sldId="260"/>
        </pc:sldMkLst>
        <pc:spChg chg="mod">
          <ac:chgData name="Raja Vamshi Goud Amaragoni" userId="ef9220a7746e71e0" providerId="LiveId" clId="{DCA2873D-26EB-49A2-8D8C-2C18C2506985}" dt="2025-12-10T20:23:03.345" v="564" actId="1076"/>
          <ac:spMkLst>
            <pc:docMk/>
            <pc:sldMk cId="2020423841" sldId="260"/>
            <ac:spMk id="2" creationId="{0289ACE8-BBC2-CBCD-7AD1-0D0D084BA9D0}"/>
          </ac:spMkLst>
        </pc:spChg>
        <pc:spChg chg="mod">
          <ac:chgData name="Raja Vamshi Goud Amaragoni" userId="ef9220a7746e71e0" providerId="LiveId" clId="{DCA2873D-26EB-49A2-8D8C-2C18C2506985}" dt="2025-12-10T20:56:33.854" v="668" actId="255"/>
          <ac:spMkLst>
            <pc:docMk/>
            <pc:sldMk cId="2020423841" sldId="260"/>
            <ac:spMk id="3" creationId="{97F84C22-9384-D6B0-028B-9D3B420658BA}"/>
          </ac:spMkLst>
        </pc:spChg>
        <pc:picChg chg="add mod">
          <ac:chgData name="Raja Vamshi Goud Amaragoni" userId="ef9220a7746e71e0" providerId="LiveId" clId="{DCA2873D-26EB-49A2-8D8C-2C18C2506985}" dt="2025-12-10T19:34:35.090" v="326" actId="1076"/>
          <ac:picMkLst>
            <pc:docMk/>
            <pc:sldMk cId="2020423841" sldId="260"/>
            <ac:picMk id="2050" creationId="{1E5011FD-4436-11BF-78B1-B96E5D973483}"/>
          </ac:picMkLst>
        </pc:picChg>
      </pc:sldChg>
      <pc:sldChg chg="addSp modSp new mod">
        <pc:chgData name="Raja Vamshi Goud Amaragoni" userId="ef9220a7746e71e0" providerId="LiveId" clId="{DCA2873D-26EB-49A2-8D8C-2C18C2506985}" dt="2025-12-10T20:56:55.256" v="670" actId="255"/>
        <pc:sldMkLst>
          <pc:docMk/>
          <pc:sldMk cId="3274338906" sldId="261"/>
        </pc:sldMkLst>
        <pc:spChg chg="mod">
          <ac:chgData name="Raja Vamshi Goud Amaragoni" userId="ef9220a7746e71e0" providerId="LiveId" clId="{DCA2873D-26EB-49A2-8D8C-2C18C2506985}" dt="2025-12-10T20:56:55.256" v="670" actId="255"/>
          <ac:spMkLst>
            <pc:docMk/>
            <pc:sldMk cId="3274338906" sldId="261"/>
            <ac:spMk id="2" creationId="{3E09FFAD-8EFD-CA98-1D6A-CB985F41EF63}"/>
          </ac:spMkLst>
        </pc:spChg>
        <pc:spChg chg="mod">
          <ac:chgData name="Raja Vamshi Goud Amaragoni" userId="ef9220a7746e71e0" providerId="LiveId" clId="{DCA2873D-26EB-49A2-8D8C-2C18C2506985}" dt="2025-12-10T20:56:46.644" v="669" actId="255"/>
          <ac:spMkLst>
            <pc:docMk/>
            <pc:sldMk cId="3274338906" sldId="261"/>
            <ac:spMk id="3" creationId="{231E19A5-D70C-C743-16E2-1D7FE9F216AA}"/>
          </ac:spMkLst>
        </pc:spChg>
        <pc:picChg chg="add mod">
          <ac:chgData name="Raja Vamshi Goud Amaragoni" userId="ef9220a7746e71e0" providerId="LiveId" clId="{DCA2873D-26EB-49A2-8D8C-2C18C2506985}" dt="2025-12-10T19:56:30.136" v="401" actId="1076"/>
          <ac:picMkLst>
            <pc:docMk/>
            <pc:sldMk cId="3274338906" sldId="261"/>
            <ac:picMk id="5" creationId="{CD55379E-CAB6-CD0B-D9A0-196408DC0A4F}"/>
          </ac:picMkLst>
        </pc:picChg>
      </pc:sldChg>
      <pc:sldChg chg="addSp delSp modSp new mod">
        <pc:chgData name="Raja Vamshi Goud Amaragoni" userId="ef9220a7746e71e0" providerId="LiveId" clId="{DCA2873D-26EB-49A2-8D8C-2C18C2506985}" dt="2025-12-12T04:28:36.621" v="1048" actId="1076"/>
        <pc:sldMkLst>
          <pc:docMk/>
          <pc:sldMk cId="3524148229" sldId="262"/>
        </pc:sldMkLst>
        <pc:spChg chg="mod">
          <ac:chgData name="Raja Vamshi Goud Amaragoni" userId="ef9220a7746e71e0" providerId="LiveId" clId="{DCA2873D-26EB-49A2-8D8C-2C18C2506985}" dt="2025-12-12T04:28:36.621" v="1048" actId="1076"/>
          <ac:spMkLst>
            <pc:docMk/>
            <pc:sldMk cId="3524148229" sldId="262"/>
            <ac:spMk id="2" creationId="{E631687F-742D-6759-2F4B-F99D024C186B}"/>
          </ac:spMkLst>
        </pc:spChg>
        <pc:spChg chg="mod">
          <ac:chgData name="Raja Vamshi Goud Amaragoni" userId="ef9220a7746e71e0" providerId="LiveId" clId="{DCA2873D-26EB-49A2-8D8C-2C18C2506985}" dt="2025-12-12T04:27:43.736" v="1035" actId="1076"/>
          <ac:spMkLst>
            <pc:docMk/>
            <pc:sldMk cId="3524148229" sldId="262"/>
            <ac:spMk id="3" creationId="{DB665DB7-0307-453A-AA27-7907ED8C1E81}"/>
          </ac:spMkLst>
        </pc:spChg>
        <pc:picChg chg="add del mod">
          <ac:chgData name="Raja Vamshi Goud Amaragoni" userId="ef9220a7746e71e0" providerId="LiveId" clId="{DCA2873D-26EB-49A2-8D8C-2C18C2506985}" dt="2025-12-12T04:26:11.644" v="1019" actId="478"/>
          <ac:picMkLst>
            <pc:docMk/>
            <pc:sldMk cId="3524148229" sldId="262"/>
            <ac:picMk id="5" creationId="{B657C0A0-5875-4465-1CCA-8D8C14E59B44}"/>
          </ac:picMkLst>
        </pc:picChg>
        <pc:picChg chg="add mod">
          <ac:chgData name="Raja Vamshi Goud Amaragoni" userId="ef9220a7746e71e0" providerId="LiveId" clId="{DCA2873D-26EB-49A2-8D8C-2C18C2506985}" dt="2025-12-12T04:27:39.047" v="1034" actId="1076"/>
          <ac:picMkLst>
            <pc:docMk/>
            <pc:sldMk cId="3524148229" sldId="262"/>
            <ac:picMk id="6" creationId="{147132DA-41B3-8C52-8514-8ABF3E34FE44}"/>
          </ac:picMkLst>
        </pc:picChg>
      </pc:sldChg>
      <pc:sldChg chg="addSp modSp new mod">
        <pc:chgData name="Raja Vamshi Goud Amaragoni" userId="ef9220a7746e71e0" providerId="LiveId" clId="{DCA2873D-26EB-49A2-8D8C-2C18C2506985}" dt="2025-12-10T20:57:45.986" v="674" actId="255"/>
        <pc:sldMkLst>
          <pc:docMk/>
          <pc:sldMk cId="1067057131" sldId="263"/>
        </pc:sldMkLst>
        <pc:spChg chg="mod">
          <ac:chgData name="Raja Vamshi Goud Amaragoni" userId="ef9220a7746e71e0" providerId="LiveId" clId="{DCA2873D-26EB-49A2-8D8C-2C18C2506985}" dt="2025-12-10T20:57:39.235" v="673" actId="255"/>
          <ac:spMkLst>
            <pc:docMk/>
            <pc:sldMk cId="1067057131" sldId="263"/>
            <ac:spMk id="2" creationId="{3DD49424-6620-B706-EA3F-362AE39C4F93}"/>
          </ac:spMkLst>
        </pc:spChg>
        <pc:spChg chg="mod">
          <ac:chgData name="Raja Vamshi Goud Amaragoni" userId="ef9220a7746e71e0" providerId="LiveId" clId="{DCA2873D-26EB-49A2-8D8C-2C18C2506985}" dt="2025-12-10T20:57:45.986" v="674" actId="255"/>
          <ac:spMkLst>
            <pc:docMk/>
            <pc:sldMk cId="1067057131" sldId="263"/>
            <ac:spMk id="3" creationId="{5565420F-F5C3-0F93-99F1-C64F820F5D36}"/>
          </ac:spMkLst>
        </pc:spChg>
        <pc:picChg chg="add mod">
          <ac:chgData name="Raja Vamshi Goud Amaragoni" userId="ef9220a7746e71e0" providerId="LiveId" clId="{DCA2873D-26EB-49A2-8D8C-2C18C2506985}" dt="2025-12-10T20:01:57.023" v="437" actId="1076"/>
          <ac:picMkLst>
            <pc:docMk/>
            <pc:sldMk cId="1067057131" sldId="263"/>
            <ac:picMk id="5" creationId="{88F47980-838F-2A6F-5A31-608C2C9037ED}"/>
          </ac:picMkLst>
        </pc:picChg>
      </pc:sldChg>
      <pc:sldChg chg="addSp modSp new mod">
        <pc:chgData name="Raja Vamshi Goud Amaragoni" userId="ef9220a7746e71e0" providerId="LiveId" clId="{DCA2873D-26EB-49A2-8D8C-2C18C2506985}" dt="2025-12-10T20:58:07.315" v="678" actId="1076"/>
        <pc:sldMkLst>
          <pc:docMk/>
          <pc:sldMk cId="3878850455" sldId="264"/>
        </pc:sldMkLst>
        <pc:spChg chg="mod">
          <ac:chgData name="Raja Vamshi Goud Amaragoni" userId="ef9220a7746e71e0" providerId="LiveId" clId="{DCA2873D-26EB-49A2-8D8C-2C18C2506985}" dt="2025-12-10T20:58:07.315" v="678" actId="1076"/>
          <ac:spMkLst>
            <pc:docMk/>
            <pc:sldMk cId="3878850455" sldId="264"/>
            <ac:spMk id="2" creationId="{FD06ECE9-3D53-E722-D8B5-4C448B463C7D}"/>
          </ac:spMkLst>
        </pc:spChg>
        <pc:spChg chg="mod">
          <ac:chgData name="Raja Vamshi Goud Amaragoni" userId="ef9220a7746e71e0" providerId="LiveId" clId="{DCA2873D-26EB-49A2-8D8C-2C18C2506985}" dt="2025-12-10T20:57:54.437" v="676" actId="27636"/>
          <ac:spMkLst>
            <pc:docMk/>
            <pc:sldMk cId="3878850455" sldId="264"/>
            <ac:spMk id="3" creationId="{82405773-E7CB-7A70-5521-1F50B7E1DB82}"/>
          </ac:spMkLst>
        </pc:spChg>
        <pc:picChg chg="add mod">
          <ac:chgData name="Raja Vamshi Goud Amaragoni" userId="ef9220a7746e71e0" providerId="LiveId" clId="{DCA2873D-26EB-49A2-8D8C-2C18C2506985}" dt="2025-12-10T20:04:42.230" v="459" actId="1076"/>
          <ac:picMkLst>
            <pc:docMk/>
            <pc:sldMk cId="3878850455" sldId="264"/>
            <ac:picMk id="5" creationId="{E6ACE7FC-57A6-7D9D-2B2F-034C31916EAC}"/>
          </ac:picMkLst>
        </pc:picChg>
      </pc:sldChg>
      <pc:sldChg chg="addSp modSp new mod">
        <pc:chgData name="Raja Vamshi Goud Amaragoni" userId="ef9220a7746e71e0" providerId="LiveId" clId="{DCA2873D-26EB-49A2-8D8C-2C18C2506985}" dt="2025-12-10T20:58:37.143" v="681" actId="1076"/>
        <pc:sldMkLst>
          <pc:docMk/>
          <pc:sldMk cId="2271947767" sldId="265"/>
        </pc:sldMkLst>
        <pc:spChg chg="mod">
          <ac:chgData name="Raja Vamshi Goud Amaragoni" userId="ef9220a7746e71e0" providerId="LiveId" clId="{DCA2873D-26EB-49A2-8D8C-2C18C2506985}" dt="2025-12-10T20:58:37.143" v="681" actId="1076"/>
          <ac:spMkLst>
            <pc:docMk/>
            <pc:sldMk cId="2271947767" sldId="265"/>
            <ac:spMk id="2" creationId="{D0D8C9D9-7F4A-55E4-0A9F-7BDC8D00FFC2}"/>
          </ac:spMkLst>
        </pc:spChg>
        <pc:spChg chg="mod">
          <ac:chgData name="Raja Vamshi Goud Amaragoni" userId="ef9220a7746e71e0" providerId="LiveId" clId="{DCA2873D-26EB-49A2-8D8C-2C18C2506985}" dt="2025-12-10T20:58:25.117" v="679" actId="255"/>
          <ac:spMkLst>
            <pc:docMk/>
            <pc:sldMk cId="2271947767" sldId="265"/>
            <ac:spMk id="3" creationId="{6A2DC027-5FFA-B6D3-B6F5-847F9504F2B1}"/>
          </ac:spMkLst>
        </pc:spChg>
        <pc:picChg chg="add mod">
          <ac:chgData name="Raja Vamshi Goud Amaragoni" userId="ef9220a7746e71e0" providerId="LiveId" clId="{DCA2873D-26EB-49A2-8D8C-2C18C2506985}" dt="2025-12-10T20:06:08.994" v="468" actId="1076"/>
          <ac:picMkLst>
            <pc:docMk/>
            <pc:sldMk cId="2271947767" sldId="265"/>
            <ac:picMk id="5" creationId="{6EAC2508-3FAB-002D-AEC4-BD53F1F3D00C}"/>
          </ac:picMkLst>
        </pc:picChg>
      </pc:sldChg>
      <pc:sldChg chg="addSp delSp modSp new mod">
        <pc:chgData name="Raja Vamshi Goud Amaragoni" userId="ef9220a7746e71e0" providerId="LiveId" clId="{DCA2873D-26EB-49A2-8D8C-2C18C2506985}" dt="2025-12-10T20:58:45.390" v="682" actId="255"/>
        <pc:sldMkLst>
          <pc:docMk/>
          <pc:sldMk cId="2056036932" sldId="266"/>
        </pc:sldMkLst>
        <pc:spChg chg="mod">
          <ac:chgData name="Raja Vamshi Goud Amaragoni" userId="ef9220a7746e71e0" providerId="LiveId" clId="{DCA2873D-26EB-49A2-8D8C-2C18C2506985}" dt="2025-12-10T20:58:45.390" v="682" actId="255"/>
          <ac:spMkLst>
            <pc:docMk/>
            <pc:sldMk cId="2056036932" sldId="266"/>
            <ac:spMk id="2" creationId="{6BA93347-E682-3AEB-BA5D-441D9E2D2ECC}"/>
          </ac:spMkLst>
        </pc:spChg>
        <pc:spChg chg="add mod">
          <ac:chgData name="Raja Vamshi Goud Amaragoni" userId="ef9220a7746e71e0" providerId="LiveId" clId="{DCA2873D-26EB-49A2-8D8C-2C18C2506985}" dt="2025-12-10T19:45:18.103" v="365" actId="14100"/>
          <ac:spMkLst>
            <pc:docMk/>
            <pc:sldMk cId="2056036932" sldId="266"/>
            <ac:spMk id="5" creationId="{BC783AC3-12C5-E471-B9C9-3696BB5CB0D9}"/>
          </ac:spMkLst>
        </pc:spChg>
        <pc:spChg chg="add mod">
          <ac:chgData name="Raja Vamshi Goud Amaragoni" userId="ef9220a7746e71e0" providerId="LiveId" clId="{DCA2873D-26EB-49A2-8D8C-2C18C2506985}" dt="2025-12-10T20:49:38.167" v="646" actId="2711"/>
          <ac:spMkLst>
            <pc:docMk/>
            <pc:sldMk cId="2056036932" sldId="266"/>
            <ac:spMk id="7" creationId="{0E58278F-CC7A-4827-AF48-AD736D643C1C}"/>
          </ac:spMkLst>
        </pc:spChg>
        <pc:graphicFrameChg chg="add mod">
          <ac:chgData name="Raja Vamshi Goud Amaragoni" userId="ef9220a7746e71e0" providerId="LiveId" clId="{DCA2873D-26EB-49A2-8D8C-2C18C2506985}" dt="2025-12-10T20:06:25.943" v="469" actId="1076"/>
          <ac:graphicFrameMkLst>
            <pc:docMk/>
            <pc:sldMk cId="2056036932" sldId="266"/>
            <ac:graphicFrameMk id="4" creationId="{C5AD667A-C449-2754-2CCE-E086878EEDEE}"/>
          </ac:graphicFrameMkLst>
        </pc:graphicFrameChg>
      </pc:sldChg>
      <pc:sldChg chg="addSp modSp new mod">
        <pc:chgData name="Raja Vamshi Goud Amaragoni" userId="ef9220a7746e71e0" providerId="LiveId" clId="{DCA2873D-26EB-49A2-8D8C-2C18C2506985}" dt="2025-12-12T04:29:00.627" v="1060" actId="20577"/>
        <pc:sldMkLst>
          <pc:docMk/>
          <pc:sldMk cId="1592691972" sldId="267"/>
        </pc:sldMkLst>
        <pc:spChg chg="mod">
          <ac:chgData name="Raja Vamshi Goud Amaragoni" userId="ef9220a7746e71e0" providerId="LiveId" clId="{DCA2873D-26EB-49A2-8D8C-2C18C2506985}" dt="2025-12-10T20:08:11.104" v="482" actId="1076"/>
          <ac:spMkLst>
            <pc:docMk/>
            <pc:sldMk cId="1592691972" sldId="267"/>
            <ac:spMk id="2" creationId="{F8202B62-003C-4DBB-37FB-B7B1C74FD2C3}"/>
          </ac:spMkLst>
        </pc:spChg>
        <pc:spChg chg="mod">
          <ac:chgData name="Raja Vamshi Goud Amaragoni" userId="ef9220a7746e71e0" providerId="LiveId" clId="{DCA2873D-26EB-49A2-8D8C-2C18C2506985}" dt="2025-12-12T04:29:00.627" v="1060" actId="20577"/>
          <ac:spMkLst>
            <pc:docMk/>
            <pc:sldMk cId="1592691972" sldId="267"/>
            <ac:spMk id="3" creationId="{C5BE1427-05EE-F667-F72C-2C169647FE9C}"/>
          </ac:spMkLst>
        </pc:spChg>
        <pc:spChg chg="add mod">
          <ac:chgData name="Raja Vamshi Goud Amaragoni" userId="ef9220a7746e71e0" providerId="LiveId" clId="{DCA2873D-26EB-49A2-8D8C-2C18C2506985}" dt="2025-12-10T20:59:40.086" v="693" actId="1076"/>
          <ac:spMkLst>
            <pc:docMk/>
            <pc:sldMk cId="1592691972" sldId="267"/>
            <ac:spMk id="7" creationId="{7722AE3D-1F9F-E29F-B89B-7944D69FBB57}"/>
          </ac:spMkLst>
        </pc:spChg>
        <pc:picChg chg="add mod">
          <ac:chgData name="Raja Vamshi Goud Amaragoni" userId="ef9220a7746e71e0" providerId="LiveId" clId="{DCA2873D-26EB-49A2-8D8C-2C18C2506985}" dt="2025-12-10T20:59:42.783" v="694" actId="1076"/>
          <ac:picMkLst>
            <pc:docMk/>
            <pc:sldMk cId="1592691972" sldId="267"/>
            <ac:picMk id="5" creationId="{1425D074-B264-6617-8A37-5CA2B0B18AA3}"/>
          </ac:picMkLst>
        </pc:picChg>
      </pc:sldChg>
      <pc:sldChg chg="modSp new mod">
        <pc:chgData name="Raja Vamshi Goud Amaragoni" userId="ef9220a7746e71e0" providerId="LiveId" clId="{DCA2873D-26EB-49A2-8D8C-2C18C2506985}" dt="2025-12-10T21:01:36.431" v="706" actId="14100"/>
        <pc:sldMkLst>
          <pc:docMk/>
          <pc:sldMk cId="411146523" sldId="268"/>
        </pc:sldMkLst>
        <pc:spChg chg="mod">
          <ac:chgData name="Raja Vamshi Goud Amaragoni" userId="ef9220a7746e71e0" providerId="LiveId" clId="{DCA2873D-26EB-49A2-8D8C-2C18C2506985}" dt="2025-12-10T21:01:25.177" v="704" actId="1076"/>
          <ac:spMkLst>
            <pc:docMk/>
            <pc:sldMk cId="411146523" sldId="268"/>
            <ac:spMk id="2" creationId="{438B7B68-5C24-748D-3ACF-8EA05A8E846B}"/>
          </ac:spMkLst>
        </pc:spChg>
        <pc:spChg chg="mod">
          <ac:chgData name="Raja Vamshi Goud Amaragoni" userId="ef9220a7746e71e0" providerId="LiveId" clId="{DCA2873D-26EB-49A2-8D8C-2C18C2506985}" dt="2025-12-10T21:01:36.431" v="706" actId="14100"/>
          <ac:spMkLst>
            <pc:docMk/>
            <pc:sldMk cId="411146523" sldId="268"/>
            <ac:spMk id="3" creationId="{87C98A53-CDF0-65DC-B9CA-62F25DFAC230}"/>
          </ac:spMkLst>
        </pc:spChg>
      </pc:sldChg>
      <pc:sldChg chg="modSp new mod">
        <pc:chgData name="Raja Vamshi Goud Amaragoni" userId="ef9220a7746e71e0" providerId="LiveId" clId="{DCA2873D-26EB-49A2-8D8C-2C18C2506985}" dt="2025-12-10T21:02:09.940" v="709" actId="255"/>
        <pc:sldMkLst>
          <pc:docMk/>
          <pc:sldMk cId="3251165876" sldId="269"/>
        </pc:sldMkLst>
        <pc:spChg chg="mod">
          <ac:chgData name="Raja Vamshi Goud Amaragoni" userId="ef9220a7746e71e0" providerId="LiveId" clId="{DCA2873D-26EB-49A2-8D8C-2C18C2506985}" dt="2025-12-10T21:02:04.273" v="708" actId="1076"/>
          <ac:spMkLst>
            <pc:docMk/>
            <pc:sldMk cId="3251165876" sldId="269"/>
            <ac:spMk id="2" creationId="{3A761891-D2F7-EC01-4098-7B6F0C7BC502}"/>
          </ac:spMkLst>
        </pc:spChg>
        <pc:spChg chg="mod">
          <ac:chgData name="Raja Vamshi Goud Amaragoni" userId="ef9220a7746e71e0" providerId="LiveId" clId="{DCA2873D-26EB-49A2-8D8C-2C18C2506985}" dt="2025-12-10T21:02:09.940" v="709" actId="255"/>
          <ac:spMkLst>
            <pc:docMk/>
            <pc:sldMk cId="3251165876" sldId="269"/>
            <ac:spMk id="3" creationId="{39D2FF36-3610-814F-0180-E6721BE8D11F}"/>
          </ac:spMkLst>
        </pc:spChg>
      </pc:sldChg>
      <pc:sldChg chg="addSp delSp modSp new mod">
        <pc:chgData name="Raja Vamshi Goud Amaragoni" userId="ef9220a7746e71e0" providerId="LiveId" clId="{DCA2873D-26EB-49A2-8D8C-2C18C2506985}" dt="2025-12-10T21:01:11.869" v="702" actId="255"/>
        <pc:sldMkLst>
          <pc:docMk/>
          <pc:sldMk cId="2007259819" sldId="270"/>
        </pc:sldMkLst>
        <pc:spChg chg="add del mod">
          <ac:chgData name="Raja Vamshi Goud Amaragoni" userId="ef9220a7746e71e0" providerId="LiveId" clId="{DCA2873D-26EB-49A2-8D8C-2C18C2506985}" dt="2025-12-10T21:01:11.869" v="702" actId="255"/>
          <ac:spMkLst>
            <pc:docMk/>
            <pc:sldMk cId="2007259819" sldId="270"/>
            <ac:spMk id="2" creationId="{8794EEC8-470A-CBD6-1F5B-22F744E78061}"/>
          </ac:spMkLst>
        </pc:spChg>
        <pc:picChg chg="add mod">
          <ac:chgData name="Raja Vamshi Goud Amaragoni" userId="ef9220a7746e71e0" providerId="LiveId" clId="{DCA2873D-26EB-49A2-8D8C-2C18C2506985}" dt="2025-12-10T20:10:45.449" v="527" actId="1076"/>
          <ac:picMkLst>
            <pc:docMk/>
            <pc:sldMk cId="2007259819" sldId="270"/>
            <ac:picMk id="5" creationId="{70895411-1B36-B815-FE9D-8D47D51AD287}"/>
          </ac:picMkLst>
        </pc:picChg>
      </pc:sldChg>
      <pc:sldChg chg="addSp delSp modSp new mod ord">
        <pc:chgData name="Raja Vamshi Goud Amaragoni" userId="ef9220a7746e71e0" providerId="LiveId" clId="{DCA2873D-26EB-49A2-8D8C-2C18C2506985}" dt="2025-12-12T01:01:04.493" v="991" actId="1076"/>
        <pc:sldMkLst>
          <pc:docMk/>
          <pc:sldMk cId="3898154321" sldId="271"/>
        </pc:sldMkLst>
        <pc:spChg chg="mod">
          <ac:chgData name="Raja Vamshi Goud Amaragoni" userId="ef9220a7746e71e0" providerId="LiveId" clId="{DCA2873D-26EB-49A2-8D8C-2C18C2506985}" dt="2025-12-12T00:59:10.424" v="989" actId="1076"/>
          <ac:spMkLst>
            <pc:docMk/>
            <pc:sldMk cId="3898154321" sldId="271"/>
            <ac:spMk id="2" creationId="{EDE9901B-42F4-3452-BC69-7F5DF79EBD25}"/>
          </ac:spMkLst>
        </pc:spChg>
        <pc:spChg chg="add del mod">
          <ac:chgData name="Raja Vamshi Goud Amaragoni" userId="ef9220a7746e71e0" providerId="LiveId" clId="{DCA2873D-26EB-49A2-8D8C-2C18C2506985}" dt="2025-12-12T00:48:57.075" v="725"/>
          <ac:spMkLst>
            <pc:docMk/>
            <pc:sldMk cId="3898154321" sldId="271"/>
            <ac:spMk id="3" creationId="{34B4EF26-C1F5-3490-64E2-4796EECDCA20}"/>
          </ac:spMkLst>
        </pc:spChg>
        <pc:spChg chg="add del mod">
          <ac:chgData name="Raja Vamshi Goud Amaragoni" userId="ef9220a7746e71e0" providerId="LiveId" clId="{DCA2873D-26EB-49A2-8D8C-2C18C2506985}" dt="2025-12-12T00:51:23.699" v="734"/>
          <ac:spMkLst>
            <pc:docMk/>
            <pc:sldMk cId="3898154321" sldId="271"/>
            <ac:spMk id="9" creationId="{137AC31F-0680-FABB-D458-24D98591B262}"/>
          </ac:spMkLst>
        </pc:spChg>
        <pc:spChg chg="add mod">
          <ac:chgData name="Raja Vamshi Goud Amaragoni" userId="ef9220a7746e71e0" providerId="LiveId" clId="{DCA2873D-26EB-49A2-8D8C-2C18C2506985}" dt="2025-12-12T00:59:01.470" v="988" actId="1076"/>
          <ac:spMkLst>
            <pc:docMk/>
            <pc:sldMk cId="3898154321" sldId="271"/>
            <ac:spMk id="13" creationId="{D5518D6E-FA80-4F51-F6F7-0BDD2F397BAA}"/>
          </ac:spMkLst>
        </pc:spChg>
        <pc:picChg chg="add mod">
          <ac:chgData name="Raja Vamshi Goud Amaragoni" userId="ef9220a7746e71e0" providerId="LiveId" clId="{DCA2873D-26EB-49A2-8D8C-2C18C2506985}" dt="2025-12-12T00:48:54.278" v="724"/>
          <ac:picMkLst>
            <pc:docMk/>
            <pc:sldMk cId="3898154321" sldId="271"/>
            <ac:picMk id="5" creationId="{E963AC04-D634-2C06-9387-A1E8E1F66897}"/>
          </ac:picMkLst>
        </pc:picChg>
        <pc:picChg chg="add del mod">
          <ac:chgData name="Raja Vamshi Goud Amaragoni" userId="ef9220a7746e71e0" providerId="LiveId" clId="{DCA2873D-26EB-49A2-8D8C-2C18C2506985}" dt="2025-12-12T00:49:16.028" v="731" actId="478"/>
          <ac:picMkLst>
            <pc:docMk/>
            <pc:sldMk cId="3898154321" sldId="271"/>
            <ac:picMk id="7" creationId="{1F4F1E6C-FF31-2E89-A8F4-D3E734C2D944}"/>
          </ac:picMkLst>
        </pc:picChg>
        <pc:picChg chg="add mod">
          <ac:chgData name="Raja Vamshi Goud Amaragoni" userId="ef9220a7746e71e0" providerId="LiveId" clId="{DCA2873D-26EB-49A2-8D8C-2C18C2506985}" dt="2025-12-12T01:01:04.493" v="991" actId="1076"/>
          <ac:picMkLst>
            <pc:docMk/>
            <pc:sldMk cId="3898154321" sldId="271"/>
            <ac:picMk id="11" creationId="{D5D943D1-5182-006D-01CA-3E9D42AFA3B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9B1C1-D6F8-40A3-BABE-034D80017519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4F20D3-C905-4558-A54C-7836E216F33D}">
      <dgm:prSet/>
      <dgm:spPr/>
      <dgm:t>
        <a:bodyPr/>
        <a:lstStyle/>
        <a:p>
          <a:r>
            <a:rPr lang="en-US" b="0" i="0" dirty="0"/>
            <a:t>Class Imbalance in Dataset</a:t>
          </a:r>
          <a:r>
            <a:rPr lang="en-US" b="1" i="0" dirty="0"/>
            <a:t>:</a:t>
          </a:r>
          <a:endParaRPr lang="en-US" dirty="0"/>
        </a:p>
      </dgm:t>
    </dgm:pt>
    <dgm:pt modelId="{01CBBC3F-57E9-441F-9843-78E301221634}" type="parTrans" cxnId="{B1CDE748-8A96-4610-AEFB-46D106685BE3}">
      <dgm:prSet/>
      <dgm:spPr/>
      <dgm:t>
        <a:bodyPr/>
        <a:lstStyle/>
        <a:p>
          <a:endParaRPr lang="en-US"/>
        </a:p>
      </dgm:t>
    </dgm:pt>
    <dgm:pt modelId="{DC1F5074-0942-4D6F-A6A5-D12440720EAE}" type="sibTrans" cxnId="{B1CDE748-8A96-4610-AEFB-46D106685BE3}">
      <dgm:prSet/>
      <dgm:spPr/>
      <dgm:t>
        <a:bodyPr/>
        <a:lstStyle/>
        <a:p>
          <a:endParaRPr lang="en-US"/>
        </a:p>
      </dgm:t>
    </dgm:pt>
    <dgm:pt modelId="{7E8A8D30-CA0F-457F-96E7-6B94C060CD12}">
      <dgm:prSet custT="1"/>
      <dgm:spPr/>
      <dgm:t>
        <a:bodyPr/>
        <a:lstStyle/>
        <a:p>
          <a:pPr>
            <a:spcBef>
              <a:spcPts val="600"/>
            </a:spcBef>
            <a:buFont typeface="Wingdings" panose="05000000000000000000" pitchFamily="2" charset="2"/>
            <a:buChar char="Ø"/>
          </a:pPr>
          <a:r>
            <a:rPr lang="en-US" sz="2500" b="0" i="0" dirty="0">
              <a:latin typeface="+mj-lt"/>
            </a:rPr>
            <a:t> </a:t>
          </a:r>
          <a:r>
            <a:rPr lang="en-US" sz="1800" b="0" i="0" dirty="0">
              <a:latin typeface="+mj-lt"/>
            </a:rPr>
            <a:t>The raw dataset exhibits extreme class imbalance:</a:t>
          </a:r>
          <a:endParaRPr lang="en-US" sz="1800" dirty="0">
            <a:latin typeface="+mj-lt"/>
          </a:endParaRPr>
        </a:p>
      </dgm:t>
    </dgm:pt>
    <dgm:pt modelId="{53717686-2252-4FBC-A28D-728962F3CC5C}" type="parTrans" cxnId="{762BB9EF-F3FD-4B6A-894E-EC1FCC777B89}">
      <dgm:prSet/>
      <dgm:spPr/>
      <dgm:t>
        <a:bodyPr/>
        <a:lstStyle/>
        <a:p>
          <a:endParaRPr lang="en-US"/>
        </a:p>
      </dgm:t>
    </dgm:pt>
    <dgm:pt modelId="{F32FDCE2-D2BE-49D0-AE3B-5B6610244EB4}" type="sibTrans" cxnId="{762BB9EF-F3FD-4B6A-894E-EC1FCC777B89}">
      <dgm:prSet/>
      <dgm:spPr/>
      <dgm:t>
        <a:bodyPr/>
        <a:lstStyle/>
        <a:p>
          <a:endParaRPr lang="en-US"/>
        </a:p>
      </dgm:t>
    </dgm:pt>
    <dgm:pt modelId="{29619586-67D6-4A97-A5B2-359304BF749A}">
      <dgm:prSet custT="1"/>
      <dgm:spPr/>
      <dgm:t>
        <a:bodyPr/>
        <a:lstStyle/>
        <a:p>
          <a:pPr>
            <a:spcBef>
              <a:spcPts val="600"/>
            </a:spcBef>
            <a:buFont typeface="+mj-lt"/>
            <a:buAutoNum type="romanLcPeriod"/>
          </a:pPr>
          <a:r>
            <a:rPr lang="en-US" sz="1800" b="0" i="0" dirty="0">
              <a:latin typeface="+mj-lt"/>
            </a:rPr>
            <a:t>Severe Crashes: 1.7% (17,561 records).</a:t>
          </a:r>
          <a:endParaRPr lang="en-US" sz="1800" b="0" dirty="0">
            <a:latin typeface="+mj-lt"/>
          </a:endParaRPr>
        </a:p>
      </dgm:t>
    </dgm:pt>
    <dgm:pt modelId="{3FC07FAF-F9F3-431C-94C8-C0768A0A428A}" type="parTrans" cxnId="{6F8E971C-4666-42CD-BD9A-01B4CBE25055}">
      <dgm:prSet/>
      <dgm:spPr/>
      <dgm:t>
        <a:bodyPr/>
        <a:lstStyle/>
        <a:p>
          <a:endParaRPr lang="en-US"/>
        </a:p>
      </dgm:t>
    </dgm:pt>
    <dgm:pt modelId="{712A65DD-0A39-4E10-BF2A-6F53B5601B5B}" type="sibTrans" cxnId="{6F8E971C-4666-42CD-BD9A-01B4CBE25055}">
      <dgm:prSet/>
      <dgm:spPr/>
      <dgm:t>
        <a:bodyPr/>
        <a:lstStyle/>
        <a:p>
          <a:endParaRPr lang="en-US"/>
        </a:p>
      </dgm:t>
    </dgm:pt>
    <dgm:pt modelId="{6052D5C5-EFE0-468A-8354-CA3EB30514CE}">
      <dgm:prSet custT="1"/>
      <dgm:spPr/>
      <dgm:t>
        <a:bodyPr/>
        <a:lstStyle/>
        <a:p>
          <a:pPr>
            <a:spcBef>
              <a:spcPts val="600"/>
            </a:spcBef>
            <a:buFont typeface="+mj-lt"/>
            <a:buAutoNum type="romanLcPeriod"/>
          </a:pPr>
          <a:r>
            <a:rPr lang="en-US" sz="1800" b="0" i="0" dirty="0">
              <a:latin typeface="+mj-lt"/>
            </a:rPr>
            <a:t>Non-severe Crashes: 98.3% (987,643 records).</a:t>
          </a:r>
          <a:endParaRPr lang="en-US" sz="1800" dirty="0">
            <a:latin typeface="+mj-lt"/>
          </a:endParaRPr>
        </a:p>
      </dgm:t>
    </dgm:pt>
    <dgm:pt modelId="{A4A0BE0C-FDDA-4F82-87CC-2B601F82C41E}" type="parTrans" cxnId="{E178DB60-3A48-4141-8796-F942002CAA81}">
      <dgm:prSet/>
      <dgm:spPr/>
      <dgm:t>
        <a:bodyPr/>
        <a:lstStyle/>
        <a:p>
          <a:endParaRPr lang="en-US"/>
        </a:p>
      </dgm:t>
    </dgm:pt>
    <dgm:pt modelId="{8EC63101-EDC3-479B-9A35-A4F01C37C396}" type="sibTrans" cxnId="{E178DB60-3A48-4141-8796-F942002CAA81}">
      <dgm:prSet/>
      <dgm:spPr/>
      <dgm:t>
        <a:bodyPr/>
        <a:lstStyle/>
        <a:p>
          <a:endParaRPr lang="en-US"/>
        </a:p>
      </dgm:t>
    </dgm:pt>
    <dgm:pt modelId="{91B1CA82-D5E7-4F1D-B407-97E04A9C73F5}">
      <dgm:prSet custT="1"/>
      <dgm:spPr/>
      <dgm:t>
        <a:bodyPr/>
        <a:lstStyle/>
        <a:p>
          <a:pPr>
            <a:spcBef>
              <a:spcPts val="600"/>
            </a:spcBef>
            <a:buFont typeface="Wingdings" panose="05000000000000000000" pitchFamily="2" charset="2"/>
            <a:buChar char="Ø"/>
          </a:pPr>
          <a:r>
            <a:rPr lang="en-US" sz="1800" b="0" i="0" dirty="0">
              <a:latin typeface="+mj-lt"/>
            </a:rPr>
            <a:t> This vast imbalance makes prediction difficult, often leading to models that simply predict the majority class (Non-severe).</a:t>
          </a:r>
          <a:endParaRPr lang="en-US" sz="1800" dirty="0">
            <a:latin typeface="+mj-lt"/>
          </a:endParaRPr>
        </a:p>
      </dgm:t>
    </dgm:pt>
    <dgm:pt modelId="{08CE9307-C456-4E58-913E-D5A05F516A5D}" type="parTrans" cxnId="{65CCF12A-0F11-4A0D-9D12-1A15A9C82327}">
      <dgm:prSet/>
      <dgm:spPr/>
      <dgm:t>
        <a:bodyPr/>
        <a:lstStyle/>
        <a:p>
          <a:endParaRPr lang="en-US"/>
        </a:p>
      </dgm:t>
    </dgm:pt>
    <dgm:pt modelId="{DC3EC8F9-2600-4E37-8C10-87247F1139C9}" type="sibTrans" cxnId="{65CCF12A-0F11-4A0D-9D12-1A15A9C82327}">
      <dgm:prSet/>
      <dgm:spPr/>
      <dgm:t>
        <a:bodyPr/>
        <a:lstStyle/>
        <a:p>
          <a:endParaRPr lang="en-US"/>
        </a:p>
      </dgm:t>
    </dgm:pt>
    <dgm:pt modelId="{41749E40-010C-4907-8920-ADF97EBA99FB}" type="pres">
      <dgm:prSet presAssocID="{DF99B1C1-D6F8-40A3-BABE-034D80017519}" presName="linear" presStyleCnt="0">
        <dgm:presLayoutVars>
          <dgm:animLvl val="lvl"/>
          <dgm:resizeHandles val="exact"/>
        </dgm:presLayoutVars>
      </dgm:prSet>
      <dgm:spPr/>
    </dgm:pt>
    <dgm:pt modelId="{07089459-FD67-4448-A109-90BFAFFCFC69}" type="pres">
      <dgm:prSet presAssocID="{0A4F20D3-C905-4558-A54C-7836E216F33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E5D1432-AE3D-4656-BDF5-E0AC0DA15A74}" type="pres">
      <dgm:prSet presAssocID="{0A4F20D3-C905-4558-A54C-7836E216F33D}" presName="childText" presStyleLbl="revTx" presStyleIdx="0" presStyleCnt="1" custScaleY="179455">
        <dgm:presLayoutVars>
          <dgm:bulletEnabled val="1"/>
        </dgm:presLayoutVars>
      </dgm:prSet>
      <dgm:spPr/>
    </dgm:pt>
  </dgm:ptLst>
  <dgm:cxnLst>
    <dgm:cxn modelId="{2C12BE0D-3E04-47FD-A104-D17E38E871D4}" type="presOf" srcId="{DF99B1C1-D6F8-40A3-BABE-034D80017519}" destId="{41749E40-010C-4907-8920-ADF97EBA99FB}" srcOrd="0" destOrd="0" presId="urn:microsoft.com/office/officeart/2005/8/layout/vList2"/>
    <dgm:cxn modelId="{6F8E971C-4666-42CD-BD9A-01B4CBE25055}" srcId="{0A4F20D3-C905-4558-A54C-7836E216F33D}" destId="{29619586-67D6-4A97-A5B2-359304BF749A}" srcOrd="1" destOrd="0" parTransId="{3FC07FAF-F9F3-431C-94C8-C0768A0A428A}" sibTransId="{712A65DD-0A39-4E10-BF2A-6F53B5601B5B}"/>
    <dgm:cxn modelId="{65CCF12A-0F11-4A0D-9D12-1A15A9C82327}" srcId="{0A4F20D3-C905-4558-A54C-7836E216F33D}" destId="{91B1CA82-D5E7-4F1D-B407-97E04A9C73F5}" srcOrd="3" destOrd="0" parTransId="{08CE9307-C456-4E58-913E-D5A05F516A5D}" sibTransId="{DC3EC8F9-2600-4E37-8C10-87247F1139C9}"/>
    <dgm:cxn modelId="{E178DB60-3A48-4141-8796-F942002CAA81}" srcId="{0A4F20D3-C905-4558-A54C-7836E216F33D}" destId="{6052D5C5-EFE0-468A-8354-CA3EB30514CE}" srcOrd="2" destOrd="0" parTransId="{A4A0BE0C-FDDA-4F82-87CC-2B601F82C41E}" sibTransId="{8EC63101-EDC3-479B-9A35-A4F01C37C396}"/>
    <dgm:cxn modelId="{9EE64946-0A49-43AF-95F8-A4E2DE5D14B4}" type="presOf" srcId="{6052D5C5-EFE0-468A-8354-CA3EB30514CE}" destId="{4E5D1432-AE3D-4656-BDF5-E0AC0DA15A74}" srcOrd="0" destOrd="2" presId="urn:microsoft.com/office/officeart/2005/8/layout/vList2"/>
    <dgm:cxn modelId="{B1CDE748-8A96-4610-AEFB-46D106685BE3}" srcId="{DF99B1C1-D6F8-40A3-BABE-034D80017519}" destId="{0A4F20D3-C905-4558-A54C-7836E216F33D}" srcOrd="0" destOrd="0" parTransId="{01CBBC3F-57E9-441F-9843-78E301221634}" sibTransId="{DC1F5074-0942-4D6F-A6A5-D12440720EAE}"/>
    <dgm:cxn modelId="{585AA96A-E545-4A8F-8850-7FDA6F3E0D8F}" type="presOf" srcId="{91B1CA82-D5E7-4F1D-B407-97E04A9C73F5}" destId="{4E5D1432-AE3D-4656-BDF5-E0AC0DA15A74}" srcOrd="0" destOrd="3" presId="urn:microsoft.com/office/officeart/2005/8/layout/vList2"/>
    <dgm:cxn modelId="{B509A6D0-AC76-483A-9F5F-FBDFB207CCE5}" type="presOf" srcId="{29619586-67D6-4A97-A5B2-359304BF749A}" destId="{4E5D1432-AE3D-4656-BDF5-E0AC0DA15A74}" srcOrd="0" destOrd="1" presId="urn:microsoft.com/office/officeart/2005/8/layout/vList2"/>
    <dgm:cxn modelId="{338F59D5-C987-41F5-9940-02A4BB568CF1}" type="presOf" srcId="{0A4F20D3-C905-4558-A54C-7836E216F33D}" destId="{07089459-FD67-4448-A109-90BFAFFCFC69}" srcOrd="0" destOrd="0" presId="urn:microsoft.com/office/officeart/2005/8/layout/vList2"/>
    <dgm:cxn modelId="{762BB9EF-F3FD-4B6A-894E-EC1FCC777B89}" srcId="{0A4F20D3-C905-4558-A54C-7836E216F33D}" destId="{7E8A8D30-CA0F-457F-96E7-6B94C060CD12}" srcOrd="0" destOrd="0" parTransId="{53717686-2252-4FBC-A28D-728962F3CC5C}" sibTransId="{F32FDCE2-D2BE-49D0-AE3B-5B6610244EB4}"/>
    <dgm:cxn modelId="{5AB138F7-0F49-41F7-B2ED-73E488DFCAE3}" type="presOf" srcId="{7E8A8D30-CA0F-457F-96E7-6B94C060CD12}" destId="{4E5D1432-AE3D-4656-BDF5-E0AC0DA15A74}" srcOrd="0" destOrd="0" presId="urn:microsoft.com/office/officeart/2005/8/layout/vList2"/>
    <dgm:cxn modelId="{9AA74B32-6BC0-4635-905C-C4BBCE2A9262}" type="presParOf" srcId="{41749E40-010C-4907-8920-ADF97EBA99FB}" destId="{07089459-FD67-4448-A109-90BFAFFCFC69}" srcOrd="0" destOrd="0" presId="urn:microsoft.com/office/officeart/2005/8/layout/vList2"/>
    <dgm:cxn modelId="{338EC945-D0D0-4910-BF86-88E435E6261F}" type="presParOf" srcId="{41749E40-010C-4907-8920-ADF97EBA99FB}" destId="{4E5D1432-AE3D-4656-BDF5-E0AC0DA15A7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89459-FD67-4448-A109-90BFAFFCFC69}">
      <dsp:nvSpPr>
        <dsp:cNvPr id="0" name=""/>
        <dsp:cNvSpPr/>
      </dsp:nvSpPr>
      <dsp:spPr>
        <a:xfrm>
          <a:off x="0" y="33286"/>
          <a:ext cx="5970774" cy="5756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Class Imbalance in Dataset</a:t>
          </a:r>
          <a:r>
            <a:rPr lang="en-US" sz="2400" b="1" i="0" kern="1200" dirty="0"/>
            <a:t>:</a:t>
          </a:r>
          <a:endParaRPr lang="en-US" sz="2400" kern="1200" dirty="0"/>
        </a:p>
      </dsp:txBody>
      <dsp:txXfrm>
        <a:off x="28100" y="61386"/>
        <a:ext cx="5914574" cy="519439"/>
      </dsp:txXfrm>
    </dsp:sp>
    <dsp:sp modelId="{4E5D1432-AE3D-4656-BDF5-E0AC0DA15A74}">
      <dsp:nvSpPr>
        <dsp:cNvPr id="0" name=""/>
        <dsp:cNvSpPr/>
      </dsp:nvSpPr>
      <dsp:spPr>
        <a:xfrm>
          <a:off x="0" y="608926"/>
          <a:ext cx="5970774" cy="3744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572" tIns="31750" rIns="17780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ts val="60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2500" b="0" i="0" kern="1200" dirty="0">
              <a:latin typeface="+mj-lt"/>
            </a:rPr>
            <a:t> </a:t>
          </a:r>
          <a:r>
            <a:rPr lang="en-US" sz="1800" b="0" i="0" kern="1200" dirty="0">
              <a:latin typeface="+mj-lt"/>
            </a:rPr>
            <a:t>The raw dataset exhibits extreme class imbalance:</a:t>
          </a:r>
          <a:endParaRPr lang="en-US" sz="1800" kern="1200" dirty="0">
            <a:latin typeface="+mj-lt"/>
          </a:endParaRPr>
        </a:p>
        <a:p>
          <a:pPr marL="171450" lvl="1" indent="-171450" algn="l" defTabSz="800100">
            <a:lnSpc>
              <a:spcPct val="90000"/>
            </a:lnSpc>
            <a:spcBef>
              <a:spcPts val="600"/>
            </a:spcBef>
            <a:spcAft>
              <a:spcPct val="20000"/>
            </a:spcAft>
            <a:buFont typeface="+mj-lt"/>
            <a:buAutoNum type="romanLcPeriod"/>
          </a:pPr>
          <a:r>
            <a:rPr lang="en-US" sz="1800" b="0" i="0" kern="1200" dirty="0">
              <a:latin typeface="+mj-lt"/>
            </a:rPr>
            <a:t>Severe Crashes: 1.7% (17,561 records).</a:t>
          </a:r>
          <a:endParaRPr lang="en-US" sz="1800" b="0" kern="1200" dirty="0">
            <a:latin typeface="+mj-lt"/>
          </a:endParaRPr>
        </a:p>
        <a:p>
          <a:pPr marL="171450" lvl="1" indent="-171450" algn="l" defTabSz="800100">
            <a:lnSpc>
              <a:spcPct val="90000"/>
            </a:lnSpc>
            <a:spcBef>
              <a:spcPts val="600"/>
            </a:spcBef>
            <a:spcAft>
              <a:spcPct val="20000"/>
            </a:spcAft>
            <a:buFont typeface="+mj-lt"/>
            <a:buAutoNum type="romanLcPeriod"/>
          </a:pPr>
          <a:r>
            <a:rPr lang="en-US" sz="1800" b="0" i="0" kern="1200" dirty="0">
              <a:latin typeface="+mj-lt"/>
            </a:rPr>
            <a:t>Non-severe Crashes: 98.3% (987,643 records).</a:t>
          </a:r>
          <a:endParaRPr lang="en-US" sz="1800" kern="1200" dirty="0">
            <a:latin typeface="+mj-lt"/>
          </a:endParaRPr>
        </a:p>
        <a:p>
          <a:pPr marL="171450" lvl="1" indent="-171450" algn="l" defTabSz="800100">
            <a:lnSpc>
              <a:spcPct val="90000"/>
            </a:lnSpc>
            <a:spcBef>
              <a:spcPts val="60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b="0" i="0" kern="1200" dirty="0">
              <a:latin typeface="+mj-lt"/>
            </a:rPr>
            <a:t> This vast imbalance makes prediction difficult, often leading to models that simply predict the majority class (Non-severe).</a:t>
          </a:r>
          <a:endParaRPr lang="en-US" sz="1800" kern="1200" dirty="0">
            <a:latin typeface="+mj-lt"/>
          </a:endParaRPr>
        </a:p>
      </dsp:txBody>
      <dsp:txXfrm>
        <a:off x="0" y="608926"/>
        <a:ext cx="5970774" cy="3744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58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9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46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6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9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2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5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8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1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1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93DDAA-0E5C-4667-B717-2675C261DD7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147B24-D8E7-4484-94CF-97BDEFD06C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7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901B-42F4-3452-BC69-7F5DF79E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90" y="986640"/>
            <a:ext cx="6786330" cy="145075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Predicting Severity of Motor Vehicle Crashes in Maryland Using Machine Learning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5D943D1-5182-006D-01CA-3E9D42AFA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53851"/>
            <a:ext cx="5618191" cy="3717509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518D6E-FA80-4F51-F6F7-0BDD2F397BAA}"/>
              </a:ext>
            </a:extLst>
          </p:cNvPr>
          <p:cNvSpPr txBox="1"/>
          <p:nvPr/>
        </p:nvSpPr>
        <p:spPr>
          <a:xfrm>
            <a:off x="850144" y="2785073"/>
            <a:ext cx="5039909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By: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Shashank Reddy </a:t>
            </a:r>
            <a:r>
              <a:rPr lang="en-US" dirty="0" err="1">
                <a:latin typeface="+mj-lt"/>
              </a:rPr>
              <a:t>Muthangi</a:t>
            </a:r>
            <a:endParaRPr lang="en-US" dirty="0"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Raja Vamshi Goud Amaragoni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DATA 602-Intro to Data Analysis and Machine Learning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1"/>
                </a:solidFill>
              </a:rPr>
              <a:t>Instructor :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Devin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Fensterheim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University of Maryland Baltimore County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8154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D9E7-027A-EA2D-D095-7E42E0A47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168" y="834038"/>
            <a:ext cx="3690551" cy="500491"/>
          </a:xfrm>
        </p:spPr>
        <p:txBody>
          <a:bodyPr>
            <a:noAutofit/>
          </a:bodyPr>
          <a:lstStyle/>
          <a:p>
            <a:pPr algn="l"/>
            <a:r>
              <a:rPr lang="en-US" sz="3200" b="1" dirty="0"/>
              <a:t>Introduction: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638EA5-A849-ED12-4998-325E3FE2AA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3168" y="1422703"/>
            <a:ext cx="5881816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Project Goal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Predict the severity of road traffic crashes using machine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Build a model that identifies severe crashes based on environmental and road factors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Deploy a prediction system using </a:t>
            </a:r>
            <a:r>
              <a:rPr lang="en-US" sz="1800" dirty="0" err="1">
                <a:solidFill>
                  <a:schemeClr val="tx1"/>
                </a:solidFill>
              </a:rPr>
              <a:t>XGBoost</a:t>
            </a:r>
            <a:r>
              <a:rPr lang="en-US" sz="1800" dirty="0">
                <a:solidFill>
                  <a:schemeClr val="tx1"/>
                </a:solidFill>
              </a:rPr>
              <a:t> for real-time inference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Dataset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Chicago Traffic Crashes Dataset (1M+ records)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Includes weather, lighting, roadway conditions, traffic control, speed limit, crash type,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0D417-B7EA-8A99-96E1-9FAC239B6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60931"/>
            <a:ext cx="5574592" cy="30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0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199D-BB42-549C-811D-35A5C7673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918" y="464307"/>
            <a:ext cx="5616547" cy="861420"/>
          </a:xfrm>
        </p:spPr>
        <p:txBody>
          <a:bodyPr/>
          <a:lstStyle/>
          <a:p>
            <a:r>
              <a:rPr lang="en-US" sz="3200" b="1" dirty="0"/>
              <a:t>Problem Statement: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9F13420-58BE-8254-9E32-40F9925D53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1918" y="1645811"/>
            <a:ext cx="4735098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Traffic crashes are frequent, but severe crashes are rare and often unpredictable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severity prediction helps emergency response and public safety planning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Challenge: severe crashes account for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only 1.7%,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making modeling difficult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Need an ML system that balances accuracy, recall, and real-world reliability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387403-A5D1-9E5D-CC64-711F90D5E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868" y="1391091"/>
            <a:ext cx="6164618" cy="413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9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F94A-FB0D-0CD5-229F-0DDA449BF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446" y="945293"/>
            <a:ext cx="4677434" cy="545756"/>
          </a:xfrm>
        </p:spPr>
        <p:txBody>
          <a:bodyPr>
            <a:normAutofit/>
          </a:bodyPr>
          <a:lstStyle/>
          <a:p>
            <a:r>
              <a:rPr lang="en-US" sz="3200" b="1" dirty="0"/>
              <a:t>Dataset Overview :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70457-A2CE-7C52-4796-536792B78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446" y="1666102"/>
            <a:ext cx="4323208" cy="4784125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tx1"/>
                </a:solidFill>
              </a:rPr>
              <a:t>Original Dataset Size:</a:t>
            </a:r>
            <a:r>
              <a:rPr lang="en-US" sz="2300" dirty="0">
                <a:solidFill>
                  <a:schemeClr val="tx1"/>
                </a:solidFill>
              </a:rPr>
              <a:t> 1,005,204 crash records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tx1"/>
                </a:solidFill>
              </a:rPr>
              <a:t>Attributes:</a:t>
            </a:r>
            <a:r>
              <a:rPr lang="en-US" sz="2300" dirty="0">
                <a:solidFill>
                  <a:schemeClr val="tx1"/>
                </a:solidFill>
              </a:rPr>
              <a:t> 48 features including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300" dirty="0">
                <a:solidFill>
                  <a:schemeClr val="tx1"/>
                </a:solidFill>
              </a:rPr>
              <a:t>Speed limit, road surface, lighting, weather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300" dirty="0">
                <a:solidFill>
                  <a:schemeClr val="tx1"/>
                </a:solidFill>
              </a:rPr>
              <a:t>Crash type (rear-end, sideswipe, head-on, etc.)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300" dirty="0">
                <a:solidFill>
                  <a:schemeClr val="tx1"/>
                </a:solidFill>
              </a:rPr>
              <a:t>Traffic control devices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300" dirty="0">
                <a:solidFill>
                  <a:schemeClr val="tx1"/>
                </a:solidFill>
              </a:rPr>
              <a:t>Injury reports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tx1"/>
                </a:solidFill>
              </a:rPr>
              <a:t>Target Variable Created:</a:t>
            </a:r>
            <a:endParaRPr lang="en-US" sz="2300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sz="2300" dirty="0">
                <a:solidFill>
                  <a:schemeClr val="tx1"/>
                </a:solidFill>
              </a:rPr>
              <a:t>target_severe = 1 if fatal or incapacitating injury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300" dirty="0">
                <a:solidFill>
                  <a:schemeClr val="tx1"/>
                </a:solidFill>
              </a:rPr>
              <a:t>target_severe = 0 otherwise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A6E54-1F6A-0F49-9B12-D9BA5B9D0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264" y="1666103"/>
            <a:ext cx="6755027" cy="296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0971-9508-D51A-0F42-74F2FD421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296" y="873210"/>
            <a:ext cx="8825658" cy="790268"/>
          </a:xfrm>
        </p:spPr>
        <p:txBody>
          <a:bodyPr/>
          <a:lstStyle/>
          <a:p>
            <a:r>
              <a:rPr lang="en-US" sz="3200" b="1" dirty="0"/>
              <a:t>Target Variable Distribution: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F5F6C29-FDE6-F732-61A8-7054E0AC3D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589717"/>
              </p:ext>
            </p:extLst>
          </p:nvPr>
        </p:nvGraphicFramePr>
        <p:xfrm>
          <a:off x="924296" y="1993556"/>
          <a:ext cx="5970774" cy="438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539BE0AE-97C3-B26B-569F-6F1C8091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155" y="1499286"/>
            <a:ext cx="4563764" cy="430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14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ACE8-BBC2-CBCD-7AD1-0D0D084B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97" y="765755"/>
            <a:ext cx="5169803" cy="799433"/>
          </a:xfrm>
        </p:spPr>
        <p:txBody>
          <a:bodyPr/>
          <a:lstStyle/>
          <a:p>
            <a:r>
              <a:rPr lang="en-US" sz="3200" b="1" dirty="0"/>
              <a:t>Handling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4C22-9384-D6B0-028B-9D3B4206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97" y="1984290"/>
            <a:ext cx="4856765" cy="23131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sz="1800" dirty="0">
                <a:latin typeface="+mj-lt"/>
              </a:rPr>
              <a:t>Creating a Balanced Subset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Used all severe crashes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Sampled 4× non-severe crashes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Final training dataset: 87,805 rows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Ratio: 1 (severe) : 4 (non-severe)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1E5011FD-4436-11BF-78B1-B96E5D973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670" y="1803058"/>
            <a:ext cx="5626443" cy="421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42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FFAD-8EFD-CA98-1D6A-CB985F41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09" y="700109"/>
            <a:ext cx="6290148" cy="890050"/>
          </a:xfrm>
        </p:spPr>
        <p:txBody>
          <a:bodyPr>
            <a:normAutofit/>
          </a:bodyPr>
          <a:lstStyle/>
          <a:p>
            <a:r>
              <a:rPr lang="en-US" sz="3200" b="1" dirty="0"/>
              <a:t>Data Preprocessing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E19A5-D70C-C743-16E2-1D7FE9F21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610" y="1797545"/>
            <a:ext cx="5923564" cy="419136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1800" dirty="0">
                <a:latin typeface="+mj-lt"/>
              </a:rPr>
              <a:t>Selected 16 meaningful predictor features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Converted LANE_CNT to numeric; filled missing values using median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Categorical missing values replaced with "UNKNOWN"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Applied One-Hot Encoding → final feature matrix: 188 columns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Removed noise by creating a balanced subset: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All severe cases (17,561)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Random sample of non-severe cases (70,244)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Final modeling dataset: 87,805 records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5379E-CAB6-CD0B-D9A0-196408DC0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757" y="1797545"/>
            <a:ext cx="364858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3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687F-742D-6759-2F4B-F99D024C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6" y="897925"/>
            <a:ext cx="5804116" cy="782958"/>
          </a:xfrm>
        </p:spPr>
        <p:txBody>
          <a:bodyPr>
            <a:normAutofit/>
          </a:bodyPr>
          <a:lstStyle/>
          <a:p>
            <a:r>
              <a:rPr lang="en-US" sz="3200" b="1" dirty="0"/>
              <a:t>Modeling Approach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5DB7-0307-453A-AA27-7907ED8C1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433" y="1820561"/>
            <a:ext cx="2809661" cy="38882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We will train and compare three machine learning models: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US" sz="1800" dirty="0"/>
              <a:t>Logistic Regression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US" sz="1800" dirty="0"/>
              <a:t>Random Forest Classifier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US" sz="1800" dirty="0" err="1"/>
              <a:t>XGBoost</a:t>
            </a:r>
            <a:r>
              <a:rPr lang="en-US" sz="1800" dirty="0"/>
              <a:t> Classifier (with threshold tuning)</a:t>
            </a:r>
          </a:p>
          <a:p>
            <a:pPr marL="0" indent="0">
              <a:buNone/>
            </a:pPr>
            <a:r>
              <a:rPr lang="en-US" sz="1800" b="1" dirty="0"/>
              <a:t>Evaluation Metrics:</a:t>
            </a:r>
            <a:endParaRPr lang="en-US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/>
              <a:t> Severe recall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/>
              <a:t> Severe F1-score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/>
              <a:t> ROC–AUC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/>
              <a:t> Accuracy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132DA-41B3-8C52-8514-8ABF3E34F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274" y="1914040"/>
            <a:ext cx="7620559" cy="379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4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9424-6620-B706-EA3F-362AE39C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808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3200" b="1" dirty="0"/>
              <a:t>Logistic Regression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5420F-F5C3-0F93-99F1-C64F820F5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08" y="1895160"/>
            <a:ext cx="4883391" cy="4497401"/>
          </a:xfrm>
        </p:spPr>
        <p:txBody>
          <a:bodyPr>
            <a:normAutofit/>
          </a:bodyPr>
          <a:lstStyle/>
          <a:p>
            <a:pPr lvl="0"/>
            <a:r>
              <a:rPr lang="en-US" sz="1800" b="1" dirty="0">
                <a:latin typeface="+mj-lt"/>
              </a:rPr>
              <a:t>Recall (Severe):</a:t>
            </a:r>
            <a:r>
              <a:rPr lang="en-US" sz="1800" dirty="0">
                <a:latin typeface="+mj-lt"/>
              </a:rPr>
              <a:t> 72.4%</a:t>
            </a:r>
          </a:p>
          <a:p>
            <a:pPr lvl="0"/>
            <a:r>
              <a:rPr lang="en-US" sz="1800" b="1" dirty="0">
                <a:latin typeface="+mj-lt"/>
              </a:rPr>
              <a:t>F1 (Severe):</a:t>
            </a:r>
            <a:r>
              <a:rPr lang="en-US" sz="1800" dirty="0">
                <a:latin typeface="+mj-lt"/>
              </a:rPr>
              <a:t> 0.560</a:t>
            </a:r>
          </a:p>
          <a:p>
            <a:pPr lvl="0"/>
            <a:r>
              <a:rPr lang="en-US" sz="1800" b="1" dirty="0">
                <a:latin typeface="+mj-lt"/>
              </a:rPr>
              <a:t>ROC-AUC:</a:t>
            </a:r>
            <a:r>
              <a:rPr lang="en-US" sz="1800" dirty="0">
                <a:latin typeface="+mj-lt"/>
              </a:rPr>
              <a:t> 0.831</a:t>
            </a:r>
          </a:p>
          <a:p>
            <a:pPr lvl="0"/>
            <a:r>
              <a:rPr lang="en-US" sz="1800" b="1" dirty="0">
                <a:latin typeface="+mj-lt"/>
              </a:rPr>
              <a:t>Accuracy:</a:t>
            </a:r>
            <a:r>
              <a:rPr lang="en-US" sz="1800" dirty="0">
                <a:latin typeface="+mj-lt"/>
              </a:rPr>
              <a:t> 77.3%</a:t>
            </a:r>
          </a:p>
          <a:p>
            <a:r>
              <a:rPr lang="en-US" sz="1800" b="1" dirty="0">
                <a:latin typeface="+mj-lt"/>
              </a:rPr>
              <a:t>Insights:</a:t>
            </a:r>
            <a:endParaRPr lang="en-US" sz="18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Best at catching severe crashes (high recall)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Good balanced performance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Linear, interpretable model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Slightly lower precision → more false positives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47980-838F-2A6F-5A31-608C2C903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706" y="2385000"/>
            <a:ext cx="5465991" cy="320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57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ECE9-3D53-E722-D8B5-4C448B46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49" y="197624"/>
            <a:ext cx="10058400" cy="1450757"/>
          </a:xfrm>
        </p:spPr>
        <p:txBody>
          <a:bodyPr>
            <a:normAutofit/>
          </a:bodyPr>
          <a:lstStyle/>
          <a:p>
            <a:r>
              <a:rPr lang="en-US" sz="3200" b="1" dirty="0"/>
              <a:t>Random Forest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5773-E7CB-7A70-5521-1F50B7E1D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049" y="1911637"/>
            <a:ext cx="4792774" cy="4023360"/>
          </a:xfrm>
        </p:spPr>
        <p:txBody>
          <a:bodyPr>
            <a:normAutofit/>
          </a:bodyPr>
          <a:lstStyle/>
          <a:p>
            <a:pPr lvl="0"/>
            <a:r>
              <a:rPr lang="en-US" sz="1800" b="1" dirty="0">
                <a:latin typeface="+mj-lt"/>
              </a:rPr>
              <a:t>Recall (Severe):</a:t>
            </a:r>
            <a:r>
              <a:rPr lang="en-US" sz="1800" dirty="0">
                <a:latin typeface="+mj-lt"/>
              </a:rPr>
              <a:t> 37.1%</a:t>
            </a:r>
          </a:p>
          <a:p>
            <a:pPr lvl="0"/>
            <a:r>
              <a:rPr lang="en-US" sz="1800" b="1" dirty="0">
                <a:latin typeface="+mj-lt"/>
              </a:rPr>
              <a:t>F1 (Severe):</a:t>
            </a:r>
            <a:r>
              <a:rPr lang="en-US" sz="1800" dirty="0">
                <a:latin typeface="+mj-lt"/>
              </a:rPr>
              <a:t> 0.472</a:t>
            </a:r>
          </a:p>
          <a:p>
            <a:pPr lvl="0"/>
            <a:r>
              <a:rPr lang="en-US" sz="1800" b="1" dirty="0">
                <a:latin typeface="+mj-lt"/>
              </a:rPr>
              <a:t>ROC-AUC:</a:t>
            </a:r>
            <a:r>
              <a:rPr lang="en-US" sz="1800" dirty="0">
                <a:latin typeface="+mj-lt"/>
              </a:rPr>
              <a:t> 0.815</a:t>
            </a:r>
          </a:p>
          <a:p>
            <a:pPr lvl="0"/>
            <a:r>
              <a:rPr lang="en-US" sz="1800" b="1" dirty="0">
                <a:latin typeface="+mj-lt"/>
              </a:rPr>
              <a:t>Accuracy:</a:t>
            </a:r>
            <a:r>
              <a:rPr lang="en-US" sz="1800" dirty="0">
                <a:latin typeface="+mj-lt"/>
              </a:rPr>
              <a:t> 83.4%</a:t>
            </a:r>
          </a:p>
          <a:p>
            <a:r>
              <a:rPr lang="en-US" sz="1800" b="1" dirty="0">
                <a:latin typeface="+mj-lt"/>
              </a:rPr>
              <a:t>Insights:</a:t>
            </a:r>
            <a:endParaRPr lang="en-US" sz="18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High accuracy and strong at predicting non-severe cases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Weak performance on severe crashes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Tends to favor majority class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Not ideal for safety-critical prediction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CE7FC-57A6-7D9D-2B2F-034C31916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313" y="2237156"/>
            <a:ext cx="5477639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5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C9D9-7F4A-55E4-0A9F-7BDC8D00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12462"/>
            <a:ext cx="10058400" cy="1450757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XGBoost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C027-5FFA-B6D3-B6F5-847F9504F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921113"/>
            <a:ext cx="4652731" cy="4195481"/>
          </a:xfrm>
        </p:spPr>
        <p:txBody>
          <a:bodyPr>
            <a:normAutofit/>
          </a:bodyPr>
          <a:lstStyle/>
          <a:p>
            <a:pPr lvl="0"/>
            <a:r>
              <a:rPr lang="en-US" sz="1800" b="1" dirty="0">
                <a:latin typeface="+mj-lt"/>
              </a:rPr>
              <a:t>Recall (Severe):</a:t>
            </a:r>
            <a:r>
              <a:rPr lang="en-US" sz="1800" dirty="0">
                <a:latin typeface="+mj-lt"/>
              </a:rPr>
              <a:t> 39.0% (threshold 0.50)</a:t>
            </a:r>
          </a:p>
          <a:p>
            <a:pPr lvl="0"/>
            <a:r>
              <a:rPr lang="en-US" sz="1800" b="1" dirty="0">
                <a:latin typeface="+mj-lt"/>
              </a:rPr>
              <a:t>F1 (Severe):</a:t>
            </a:r>
            <a:r>
              <a:rPr lang="en-US" sz="1800" dirty="0">
                <a:latin typeface="+mj-lt"/>
              </a:rPr>
              <a:t> 0.498</a:t>
            </a:r>
          </a:p>
          <a:p>
            <a:pPr lvl="0"/>
            <a:r>
              <a:rPr lang="en-US" sz="1800" b="1" dirty="0">
                <a:latin typeface="+mj-lt"/>
              </a:rPr>
              <a:t>ROC-AUC:</a:t>
            </a:r>
            <a:r>
              <a:rPr lang="en-US" sz="1800" dirty="0">
                <a:latin typeface="+mj-lt"/>
              </a:rPr>
              <a:t> 0.838 (highest)</a:t>
            </a:r>
          </a:p>
          <a:p>
            <a:pPr lvl="0"/>
            <a:r>
              <a:rPr lang="en-US" sz="1800" b="1" dirty="0">
                <a:latin typeface="+mj-lt"/>
              </a:rPr>
              <a:t>Accuracy:</a:t>
            </a:r>
            <a:r>
              <a:rPr lang="en-US" sz="1800" dirty="0">
                <a:latin typeface="+mj-lt"/>
              </a:rPr>
              <a:t> 84.3%</a:t>
            </a:r>
          </a:p>
          <a:p>
            <a:r>
              <a:rPr lang="en-US" sz="1800" b="1" dirty="0">
                <a:latin typeface="+mj-lt"/>
              </a:rPr>
              <a:t>Insights:</a:t>
            </a:r>
            <a:endParaRPr lang="en-US" sz="18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Best AUC → strongest ranking ability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Best precision for severe crashes (68.8%)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Excellent generalization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C2508-3FAB-002D-AEC4-BD53F1F3D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935" y="1921113"/>
            <a:ext cx="5515745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4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3347-E682-3AEB-BA5D-441D9E2D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29" y="696804"/>
            <a:ext cx="9404723" cy="725293"/>
          </a:xfrm>
        </p:spPr>
        <p:txBody>
          <a:bodyPr>
            <a:normAutofit/>
          </a:bodyPr>
          <a:lstStyle/>
          <a:p>
            <a:r>
              <a:rPr lang="en-US" sz="3200" b="1" dirty="0"/>
              <a:t>Model Comparison Summary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AD667A-C449-2754-2CCE-E086878EED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23548"/>
              </p:ext>
            </p:extLst>
          </p:nvPr>
        </p:nvGraphicFramePr>
        <p:xfrm>
          <a:off x="874897" y="1749975"/>
          <a:ext cx="8947150" cy="15428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3263546438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855415465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427302046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815132319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100825367"/>
                    </a:ext>
                  </a:extLst>
                </a:gridCol>
              </a:tblGrid>
              <a:tr h="3855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Recall (Severe)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AUC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Accuracy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9156980"/>
                  </a:ext>
                </a:extLst>
              </a:tr>
              <a:tr h="3857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Logistic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0.560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0.831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0.773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0661140"/>
                  </a:ext>
                </a:extLst>
              </a:tr>
              <a:tr h="3857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Random Forest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0.371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0.472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0.815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55483"/>
                  </a:ext>
                </a:extLst>
              </a:tr>
              <a:tr h="3857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XGBoost (0.35)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0.549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0.575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0.838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0.838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30711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C783AC3-12C5-E471-B9C9-3696BB5C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05" y="-163109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 Decision: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Selected Model → XGBoost (threshold = 0.35)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balance of precision, recall, and overall predictive reliability.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8278F-CC7A-4827-AF48-AD736D643C1C}"/>
              </a:ext>
            </a:extLst>
          </p:cNvPr>
          <p:cNvSpPr txBox="1"/>
          <p:nvPr/>
        </p:nvSpPr>
        <p:spPr>
          <a:xfrm>
            <a:off x="826885" y="3429000"/>
            <a:ext cx="9043173" cy="1984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Final Decision:</a:t>
            </a:r>
            <a:br>
              <a:rPr lang="en-US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Selected Model → </a:t>
            </a:r>
            <a:r>
              <a:rPr lang="en-US" sz="1800" b="1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(threshold = 0.35)</a:t>
            </a:r>
            <a:br>
              <a:rPr lang="en-US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dirty="0" err="1">
                <a:latin typeface="+mj-lt"/>
              </a:rPr>
              <a:t>XGBoost</a:t>
            </a:r>
            <a:r>
              <a:rPr lang="en-US" dirty="0">
                <a:latin typeface="+mj-lt"/>
              </a:rPr>
              <a:t> outperformed the other models by achieving the highest AUC score (0.838), meaning it ranked severe vs. non-severe crashes most accurately. It also maintained a strong balance between precision and recall after threshold tuning. Its ability to capture complex non-linear patterns made it the most reliable model for real-world crash severity prediction.</a:t>
            </a:r>
            <a:endParaRPr lang="en-US" sz="18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036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2B62-003C-4DBB-37FB-B7B1C74F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75" y="589641"/>
            <a:ext cx="10058400" cy="938290"/>
          </a:xfrm>
        </p:spPr>
        <p:txBody>
          <a:bodyPr/>
          <a:lstStyle/>
          <a:p>
            <a:r>
              <a:rPr lang="en-US" b="1" dirty="0"/>
              <a:t>Deployment: User Prediction Interface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427-05EE-F667-F72C-2C169647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545" y="1760973"/>
            <a:ext cx="4371109" cy="3691104"/>
          </a:xfrm>
        </p:spPr>
        <p:txBody>
          <a:bodyPr>
            <a:noAutofit/>
          </a:bodyPr>
          <a:lstStyle/>
          <a:p>
            <a:pPr lvl="0"/>
            <a:r>
              <a:rPr lang="en-US" sz="1800" dirty="0">
                <a:latin typeface="+mj-lt"/>
              </a:rPr>
              <a:t>Built an interactive prediction interface</a:t>
            </a:r>
          </a:p>
          <a:p>
            <a:pPr lvl="0">
              <a:spcBef>
                <a:spcPts val="600"/>
              </a:spcBef>
            </a:pPr>
            <a:r>
              <a:rPr lang="en-US" sz="1800" dirty="0">
                <a:latin typeface="+mj-lt"/>
              </a:rPr>
              <a:t>User inputs crash conditions such as:</a:t>
            </a:r>
          </a:p>
          <a:p>
            <a:pPr lvl="1"/>
            <a:r>
              <a:rPr lang="en-US" dirty="0">
                <a:latin typeface="+mj-lt"/>
              </a:rPr>
              <a:t>Weather</a:t>
            </a:r>
          </a:p>
          <a:p>
            <a:pPr lvl="1"/>
            <a:r>
              <a:rPr lang="en-US" dirty="0">
                <a:latin typeface="+mj-lt"/>
              </a:rPr>
              <a:t>Lighting</a:t>
            </a:r>
          </a:p>
          <a:p>
            <a:pPr lvl="1"/>
            <a:r>
              <a:rPr lang="en-US" dirty="0">
                <a:latin typeface="+mj-lt"/>
              </a:rPr>
              <a:t>Road surface</a:t>
            </a:r>
          </a:p>
          <a:p>
            <a:pPr lvl="1"/>
            <a:r>
              <a:rPr lang="en-US" dirty="0">
                <a:latin typeface="+mj-lt"/>
              </a:rPr>
              <a:t>Speed limit</a:t>
            </a:r>
          </a:p>
          <a:p>
            <a:pPr lvl="1"/>
            <a:r>
              <a:rPr lang="en-US" dirty="0">
                <a:latin typeface="+mj-lt"/>
              </a:rPr>
              <a:t>Crash type</a:t>
            </a:r>
          </a:p>
          <a:p>
            <a:pPr lvl="0">
              <a:spcBef>
                <a:spcPts val="0"/>
              </a:spcBef>
            </a:pPr>
            <a:r>
              <a:rPr lang="en-US" sz="1800" dirty="0">
                <a:latin typeface="+mj-lt"/>
              </a:rPr>
              <a:t>Backend:</a:t>
            </a:r>
          </a:p>
          <a:p>
            <a:pPr lvl="1"/>
            <a:r>
              <a:rPr lang="en-US" dirty="0">
                <a:latin typeface="+mj-lt"/>
              </a:rPr>
              <a:t>One-Hot Encoder</a:t>
            </a:r>
          </a:p>
          <a:p>
            <a:pPr lvl="1"/>
            <a:r>
              <a:rPr lang="en-US" dirty="0">
                <a:latin typeface="+mj-lt"/>
              </a:rPr>
              <a:t>Final </a:t>
            </a:r>
            <a:r>
              <a:rPr lang="en-US" dirty="0" err="1">
                <a:latin typeface="+mj-lt"/>
              </a:rPr>
              <a:t>XGBoost</a:t>
            </a:r>
            <a:r>
              <a:rPr lang="en-US" dirty="0">
                <a:latin typeface="+mj-lt"/>
              </a:rPr>
              <a:t> model</a:t>
            </a:r>
          </a:p>
          <a:p>
            <a:pPr lvl="1"/>
            <a:r>
              <a:rPr lang="en-US" dirty="0">
                <a:latin typeface="+mj-lt"/>
              </a:rPr>
              <a:t>Threshold = 0.35</a:t>
            </a:r>
          </a:p>
          <a:p>
            <a:pPr lvl="0">
              <a:spcBef>
                <a:spcPts val="0"/>
              </a:spcBef>
            </a:pPr>
            <a:r>
              <a:rPr lang="en-US" sz="1800" dirty="0">
                <a:latin typeface="+mj-lt"/>
              </a:rPr>
              <a:t>Output:</a:t>
            </a:r>
          </a:p>
          <a:p>
            <a:pPr lvl="1"/>
            <a:r>
              <a:rPr lang="en-US" dirty="0">
                <a:latin typeface="+mj-lt"/>
              </a:rPr>
              <a:t>Predicted crash severity</a:t>
            </a:r>
          </a:p>
          <a:p>
            <a:pPr lvl="1"/>
            <a:r>
              <a:rPr lang="en-US" dirty="0">
                <a:latin typeface="+mj-lt"/>
              </a:rPr>
              <a:t>Probability of being severe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5D074-B264-6617-8A37-5CA2B0B18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044" y="2207923"/>
            <a:ext cx="7254352" cy="3691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22AE3D-1F9F-E29F-B89B-7944D69FBB57}"/>
              </a:ext>
            </a:extLst>
          </p:cNvPr>
          <p:cNvSpPr txBox="1"/>
          <p:nvPr/>
        </p:nvSpPr>
        <p:spPr>
          <a:xfrm>
            <a:off x="5994675" y="58990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Image of non - severe crash prediction</a:t>
            </a:r>
          </a:p>
        </p:txBody>
      </p:sp>
    </p:spTree>
    <p:extLst>
      <p:ext uri="{BB962C8B-B14F-4D97-AF65-F5344CB8AC3E}">
        <p14:creationId xmlns:p14="http://schemas.microsoft.com/office/powerpoint/2010/main" val="159269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EEC8-470A-CBD6-1F5B-22F744E7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81920"/>
            <a:ext cx="10058400" cy="855440"/>
          </a:xfrm>
        </p:spPr>
        <p:txBody>
          <a:bodyPr>
            <a:normAutofit/>
          </a:bodyPr>
          <a:lstStyle/>
          <a:p>
            <a:r>
              <a:rPr lang="en-US" sz="3200" dirty="0"/>
              <a:t>Image of severe crash prediction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895411-1B36-B815-FE9D-8D47D51AD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53355"/>
            <a:ext cx="8433922" cy="4022725"/>
          </a:xfrm>
        </p:spPr>
      </p:pic>
    </p:spTree>
    <p:extLst>
      <p:ext uri="{BB962C8B-B14F-4D97-AF65-F5344CB8AC3E}">
        <p14:creationId xmlns:p14="http://schemas.microsoft.com/office/powerpoint/2010/main" val="200725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7B68-5C24-748D-3ACF-8EA05A8E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174" y="171273"/>
            <a:ext cx="10058400" cy="1450757"/>
          </a:xfrm>
        </p:spPr>
        <p:txBody>
          <a:bodyPr>
            <a:normAutofit/>
          </a:bodyPr>
          <a:lstStyle/>
          <a:p>
            <a:r>
              <a:rPr lang="en-US" sz="3200" b="1" dirty="0"/>
              <a:t>Conclusion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98A53-CDF0-65DC-B9CA-62F25DFAC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174" y="2175247"/>
            <a:ext cx="9982612" cy="2297899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  <a:r>
              <a:rPr lang="en-US" sz="1800" dirty="0">
                <a:latin typeface="+mj-lt"/>
              </a:rPr>
              <a:t>Successfully developed a machine learning pipeline for crash severity prediction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</a:t>
            </a:r>
            <a:r>
              <a:rPr lang="en-US" sz="1800" dirty="0" err="1">
                <a:latin typeface="+mj-lt"/>
              </a:rPr>
              <a:t>XGBoost</a:t>
            </a:r>
            <a:r>
              <a:rPr lang="en-US" sz="1800" dirty="0">
                <a:latin typeface="+mj-lt"/>
              </a:rPr>
              <a:t> provided the best overall performance after threshold tuning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Demonstrated strong AUC and severe F1 score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Built a practical user-facing prediction application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Framework can support emergency planning, road design, and safety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6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1891-D2F7-EC01-4098-7B6F0C7B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1273"/>
            <a:ext cx="10058400" cy="1450757"/>
          </a:xfrm>
        </p:spPr>
        <p:txBody>
          <a:bodyPr>
            <a:normAutofit/>
          </a:bodyPr>
          <a:lstStyle/>
          <a:p>
            <a:r>
              <a:rPr lang="en-US" sz="3200" b="1" dirty="0"/>
              <a:t>Future Work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FF36-3610-814F-0180-E6721BE8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658" y="2167010"/>
            <a:ext cx="10058400" cy="24297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  <a:r>
              <a:rPr lang="en-US" sz="1800" dirty="0">
                <a:latin typeface="+mj-lt"/>
              </a:rPr>
              <a:t>Incorporate more features (traffic volume, time-series patterns, GPS coordinates)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Use advanced models (</a:t>
            </a:r>
            <a:r>
              <a:rPr lang="en-US" sz="1800" dirty="0" err="1">
                <a:latin typeface="+mj-lt"/>
              </a:rPr>
              <a:t>LightGBM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CatBoost</a:t>
            </a:r>
            <a:r>
              <a:rPr lang="en-US" sz="1800" dirty="0">
                <a:latin typeface="+mj-lt"/>
              </a:rPr>
              <a:t>, deep learning)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Explore explainability tools (SHAP values)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Integrate predictions into real-time dashboards or APIs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  Improve modeling using temporal crash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1658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968</TotalTime>
  <Words>850</Words>
  <Application>Microsoft Office PowerPoint</Application>
  <PresentationFormat>Widescreen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Wingdings</vt:lpstr>
      <vt:lpstr>Retrospect</vt:lpstr>
      <vt:lpstr>Predicting Severity of Motor Vehicle Crashes in Maryland Using Machine Learning</vt:lpstr>
      <vt:lpstr>Introduction:</vt:lpstr>
      <vt:lpstr>Problem Statement:</vt:lpstr>
      <vt:lpstr>Dataset Overview :</vt:lpstr>
      <vt:lpstr>Target Variable Distribution:</vt:lpstr>
      <vt:lpstr>Handling Imbalance</vt:lpstr>
      <vt:lpstr>Data Preprocessing</vt:lpstr>
      <vt:lpstr>Modeling Approach</vt:lpstr>
      <vt:lpstr>Logistic Regression</vt:lpstr>
      <vt:lpstr>Random Forest</vt:lpstr>
      <vt:lpstr>XGBoost</vt:lpstr>
      <vt:lpstr>Model Comparison Summary</vt:lpstr>
      <vt:lpstr>Deployment: User Prediction Interface</vt:lpstr>
      <vt:lpstr>Image of severe crash prediction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Vamshi Goud Amaragoni</dc:creator>
  <cp:lastModifiedBy>Raja Vamshi Goud Amaragoni</cp:lastModifiedBy>
  <cp:revision>1</cp:revision>
  <dcterms:created xsi:type="dcterms:W3CDTF">2025-12-09T01:14:30Z</dcterms:created>
  <dcterms:modified xsi:type="dcterms:W3CDTF">2025-12-12T04:29:11Z</dcterms:modified>
</cp:coreProperties>
</file>